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054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3840480" cy="384048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3108960" cy="310896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5691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SHOPPING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retail analytics solution — from raw data to business insight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•  PostgreSQL  •  Power BI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project, and where its boundaries sit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21433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collect rich transaction data but rarely turn it into clear decisions. </a:t>
            </a: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a customer shopping dataset to understand who buys, what they spend, how discounts and subscriptions affect behavior, and which products and segments drive revenue — packaged as an interactive dashboard a business user can explore.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0" y="173736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675120" y="2011680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1" y="213238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57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20840" y="26060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 into a SQL database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 in SQL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BI dashboard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0" y="406908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675120" y="4343400"/>
            <a:ext cx="502920" cy="502920"/>
          </a:xfrm>
          <a:prstGeom prst="ellipse">
            <a:avLst/>
          </a:prstGeom>
          <a:solidFill>
            <a:srgbClr val="64748B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821" y="446410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0" y="4389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720840" y="49377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data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models (future work)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&amp; scaling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value the analysis unlocks for the business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12343D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" y="23481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585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Revenue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products, age groups, and segments that contribute most so marketing spend targets what works.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9360" y="187452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12343D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629400" y="2194560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019" y="23481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2585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Discounts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75120" y="29260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where discounts are applied and whether discounted buyers still spend above average.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40080" y="425196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12343D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60120" y="4572000"/>
            <a:ext cx="640080" cy="640080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" y="47256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6360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Customers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005840" y="53035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New, Returning, and Loyal buyers and see whether repeat buyers are likely to subscribe.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09360" y="425196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12343D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629400" y="4572000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019" y="472561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6360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Experience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675120" y="53035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top-rated products and shipping preferences to guide inventory and service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and technical needs the solution must meet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21890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30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raw CSV data and handle missing values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new fields (age group, purchase frequency in days)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in a queryable SQL database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defined business questions with SQL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KPIs and charts in an interactive dashboard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filtering by segment, category, and status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537960" y="2057400"/>
            <a:ext cx="548640" cy="548640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34" y="21890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30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83680" y="27432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 for data preparation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relational database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psycopg2 to connect Python to SQL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for visualization &amp; DAX measures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for reproducible workflow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for version control &amp; sharing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Needs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and the fields that power the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203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938528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54203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29000" y="1938528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29000" y="26974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54203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1938528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17920" y="26974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06840" y="1783080"/>
            <a:ext cx="254203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006840" y="1938528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06840" y="26974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SQL table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88136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14400" y="3749040"/>
            <a:ext cx="502920" cy="502920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3869741"/>
            <a:ext cx="261518" cy="26151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54480" y="3794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Fields Used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14400" y="4407408"/>
            <a:ext cx="3456432" cy="420624"/>
          </a:xfrm>
          <a:prstGeom prst="roundRect">
            <a:avLst>
              <a:gd name="adj" fmla="val 13043"/>
            </a:avLst>
          </a:prstGeom>
          <a:solidFill>
            <a:srgbClr val="E3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1051560" y="4407408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434840" y="4407408"/>
            <a:ext cx="3456432" cy="420624"/>
          </a:xfrm>
          <a:prstGeom prst="roundRect">
            <a:avLst>
              <a:gd name="adj" fmla="val 13043"/>
            </a:avLst>
          </a:prstGeom>
          <a:solidFill>
            <a:srgbClr val="E3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572000" y="4407408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→  age_group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955280" y="4407408"/>
            <a:ext cx="3456432" cy="420624"/>
          </a:xfrm>
          <a:prstGeom prst="roundRect">
            <a:avLst>
              <a:gd name="adj" fmla="val 13043"/>
            </a:avLst>
          </a:prstGeom>
          <a:solidFill>
            <a:srgbClr val="E3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8092440" y="4407408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14400" y="4919472"/>
            <a:ext cx="3456432" cy="420624"/>
          </a:xfrm>
          <a:prstGeom prst="roundRect">
            <a:avLst>
              <a:gd name="adj" fmla="val 13043"/>
            </a:avLst>
          </a:prstGeom>
          <a:solidFill>
            <a:srgbClr val="E3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1051560" y="4919472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item_purchased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434840" y="4919472"/>
            <a:ext cx="3456432" cy="420624"/>
          </a:xfrm>
          <a:prstGeom prst="roundRect">
            <a:avLst>
              <a:gd name="adj" fmla="val 13043"/>
            </a:avLst>
          </a:prstGeom>
          <a:solidFill>
            <a:srgbClr val="E3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4572000" y="4919472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purchase_amount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955280" y="4919472"/>
            <a:ext cx="3456432" cy="420624"/>
          </a:xfrm>
          <a:prstGeom prst="roundRect">
            <a:avLst>
              <a:gd name="adj" fmla="val 13043"/>
            </a:avLst>
          </a:prstGeom>
          <a:solidFill>
            <a:srgbClr val="E3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8092440" y="4919472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review_rating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914400" y="5431536"/>
            <a:ext cx="3456432" cy="420624"/>
          </a:xfrm>
          <a:prstGeom prst="roundRect">
            <a:avLst>
              <a:gd name="adj" fmla="val 13043"/>
            </a:avLst>
          </a:prstGeom>
          <a:solidFill>
            <a:srgbClr val="E3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1051560" y="5431536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subscription_status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4434840" y="5431536"/>
            <a:ext cx="3456432" cy="420624"/>
          </a:xfrm>
          <a:prstGeom prst="roundRect">
            <a:avLst>
              <a:gd name="adj" fmla="val 13043"/>
            </a:avLst>
          </a:prstGeom>
          <a:solidFill>
            <a:srgbClr val="E3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572000" y="5431536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discount_applied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7955280" y="5431536"/>
            <a:ext cx="3456432" cy="420624"/>
          </a:xfrm>
          <a:prstGeom prst="roundRect">
            <a:avLst>
              <a:gd name="adj" fmla="val 13043"/>
            </a:avLst>
          </a:prstGeom>
          <a:solidFill>
            <a:srgbClr val="E3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8092440" y="5431536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shipping_type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914400" y="5943600"/>
            <a:ext cx="3456432" cy="420624"/>
          </a:xfrm>
          <a:prstGeom prst="roundRect">
            <a:avLst>
              <a:gd name="adj" fmla="val 13043"/>
            </a:avLst>
          </a:prstGeom>
          <a:solidFill>
            <a:srgbClr val="E3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1051560" y="5943600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previous_purchases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434840" y="5943600"/>
            <a:ext cx="3456432" cy="420624"/>
          </a:xfrm>
          <a:prstGeom prst="roundRect">
            <a:avLst>
              <a:gd name="adj" fmla="val 13043"/>
            </a:avLst>
          </a:prstGeom>
          <a:solidFill>
            <a:srgbClr val="E3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4572000" y="5943600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frequency_of_purchases → days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7955280" y="5943600"/>
            <a:ext cx="3456432" cy="420624"/>
          </a:xfrm>
          <a:prstGeom prst="roundRect">
            <a:avLst>
              <a:gd name="adj" fmla="val 13043"/>
            </a:avLst>
          </a:prstGeom>
          <a:solidFill>
            <a:srgbClr val="E3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8092440" y="5943600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from source to insight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12343D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271016" y="269748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581" y="28730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20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Source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95020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shopping behavior dataset (3,900 rows)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615184" y="3017520"/>
            <a:ext cx="28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2880360" y="237744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12343D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511296" y="2697480"/>
            <a:ext cx="731520" cy="731520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861" y="287304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71800" y="3520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pandas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990088" y="395020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handle nulls, engineer features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855464" y="3017520"/>
            <a:ext cx="28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Shape 12"/>
          <p:cNvSpPr/>
          <p:nvPr/>
        </p:nvSpPr>
        <p:spPr>
          <a:xfrm>
            <a:off x="5120640" y="237744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12343D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751576" y="2697480"/>
            <a:ext cx="731520" cy="731520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141" y="287304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2080" y="3520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230368" y="395020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customer table via SQLAlchemy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095744" y="3017520"/>
            <a:ext cx="28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22" name="Shape 17"/>
          <p:cNvSpPr/>
          <p:nvPr/>
        </p:nvSpPr>
        <p:spPr>
          <a:xfrm>
            <a:off x="7360920" y="237744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12343D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7991856" y="269748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421" y="287304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2360" y="3520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Analysis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70648" y="395020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questions answered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336024" y="3017520"/>
            <a:ext cx="28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28" name="Shape 22"/>
          <p:cNvSpPr/>
          <p:nvPr/>
        </p:nvSpPr>
        <p:spPr>
          <a:xfrm>
            <a:off x="9601200" y="237744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12343D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10232136" y="269748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7701" y="2873045"/>
            <a:ext cx="380390" cy="38039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92640" y="3520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710928" y="395020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DAX measures &amp; dashboard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pipeline: each stage hands clean, structured data to the next.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behind each layer of the solution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2688" y="2121408"/>
            <a:ext cx="603504" cy="603504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529" y="2266249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&amp; pandas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cleaning, and feature engineering in Jupyter Notebook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07408" y="18288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00016" y="2121408"/>
            <a:ext cx="603504" cy="603504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857" y="2266249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81728" y="32004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storing the cleaned customer table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74736" y="18288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67344" y="2121408"/>
            <a:ext cx="603504" cy="603504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185" y="2266249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+ psycopg2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49056" y="32004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that moves the pandas DataFrame into PostgreSQL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32688" y="4453128"/>
            <a:ext cx="603504" cy="603504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529" y="4597969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914400" y="5532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Aggregations, CASE logic, CTEs, and window functions for analysis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07408" y="416052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700016" y="4453128"/>
            <a:ext cx="603504" cy="603504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4857" y="4597969"/>
            <a:ext cx="313822" cy="31382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81728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+ DAX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4681728" y="5532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KPI cards and charts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74736" y="416052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467344" y="4453128"/>
            <a:ext cx="603504" cy="603504"/>
          </a:xfrm>
          <a:prstGeom prst="ellipse">
            <a:avLst/>
          </a:prstGeom>
          <a:solidFill>
            <a:srgbClr val="036672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2185" y="4597969"/>
            <a:ext cx="313822" cy="31382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49056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650" dirty="0"/>
          </a:p>
        </p:txBody>
      </p:sp>
      <p:sp>
        <p:nvSpPr>
          <p:cNvPr id="33" name="Text 25"/>
          <p:cNvSpPr/>
          <p:nvPr/>
        </p:nvSpPr>
        <p:spPr>
          <a:xfrm>
            <a:off x="8449056" y="5532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project sharing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Scenarios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the solution answers live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2688" y="2121408"/>
            <a:ext cx="603504" cy="603504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529" y="2266249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gender &amp; age group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split across demographics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07408" y="18288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00016" y="2121408"/>
            <a:ext cx="603504" cy="603504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857" y="2266249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Top-rated &amp; top-selling products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81728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products by rating and by category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74736" y="18288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67344" y="2121408"/>
            <a:ext cx="603504" cy="603504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185" y="2266249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behavior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49056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used discounts yet still spent above average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32688" y="4453128"/>
            <a:ext cx="603504" cy="603504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529" y="4597969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120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14400" y="5623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Returning, and Loyal buyer counts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07408" y="416052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700016" y="4453128"/>
            <a:ext cx="603504" cy="603504"/>
          </a:xfrm>
          <a:prstGeom prst="ellipse">
            <a:avLst/>
          </a:prstGeom>
          <a:solidFill>
            <a:srgbClr val="036672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4857" y="4597969"/>
            <a:ext cx="313822" cy="31382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81728" y="5120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comparison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81728" y="5623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spend: Standard vs Express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74736" y="416052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467344" y="4453128"/>
            <a:ext cx="603504" cy="603504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2185" y="4597969"/>
            <a:ext cx="313822" cy="31382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49056" y="5120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value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49056" y="5623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subscribers and repeat buyers spend more?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82102"/>
            <a:ext cx="10058400" cy="476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Dashboard </a:t>
            </a:r>
            <a:endParaRPr lang="en-US" sz="3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F8F139-C037-C1C2-0EF5-8EA4D1AEB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25" y="758757"/>
            <a:ext cx="10679743" cy="59435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Code &amp; Prototype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version-controlled and reproducible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731520" cy="731520"/>
          </a:xfrm>
          <a:prstGeom prst="ellipse">
            <a:avLst/>
          </a:prstGeom>
          <a:solidFill>
            <a:srgbClr val="0B2B33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5" y="23701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94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920240" y="26334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github.com/Manoj070213/customer-shopping-behavior-analysis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47472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914400" y="3840480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4" y="39721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7033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00200" y="409651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CUSTOMER_BEHAVIOR_ANALYSIS.ipynb — data prep &amp; feature engineering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347472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583680" y="3840480"/>
            <a:ext cx="548640" cy="548640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354" y="39721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69480" y="37033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269480" y="409651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SQL_QUERIES_CUSTOMER_BEHAVIOR_PROJECT.sql — 10 business questions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502920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14400" y="539496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074" y="55266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2578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Report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600200" y="565099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REPORT_POWERBI.pbix — interactive dashboard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309360" y="502920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6583680" y="539496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354" y="55266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69480" y="52578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269480" y="565099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customer_shopping_behavior.csv — source data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build taught 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2688" y="2139696"/>
            <a:ext cx="603504" cy="603504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529" y="2284537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5798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data is everything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column names and handling nulls early prevented errors downstream in SQL and Power BI.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601968" y="2139696"/>
            <a:ext cx="603504" cy="603504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809" y="2284537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5798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details break connections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29400" y="28803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trailing space in a database name caused repeated connection failures — precision matters.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32688" y="4471416"/>
            <a:ext cx="603504" cy="603504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529" y="4616257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48970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work best together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60120" y="52120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SQL, and Power BI each did one job well; the value came from chaining them into one pipeline.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416052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601968" y="4471416"/>
            <a:ext cx="603504" cy="603504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809" y="4616257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48970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the question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629400" y="52120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business questions first kept the SQL and dashboard focused on real insight, not just charts.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40680" y="1737360"/>
            <a:ext cx="914400" cy="914400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19568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Real Insight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828800" y="37490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analytics pipeline — Python, PostgreSQL, and Power BI — turning a shopping dataset into decisions a business can act on.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797</Words>
  <Application>Microsoft Office PowerPoint</Application>
  <PresentationFormat>Widescreen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Manoj</dc:creator>
  <cp:lastModifiedBy>manoj elangovan</cp:lastModifiedBy>
  <cp:revision>4</cp:revision>
  <dcterms:created xsi:type="dcterms:W3CDTF">2026-06-13T06:06:31Z</dcterms:created>
  <dcterms:modified xsi:type="dcterms:W3CDTF">2026-06-20T20:45:29Z</dcterms:modified>
</cp:coreProperties>
</file>